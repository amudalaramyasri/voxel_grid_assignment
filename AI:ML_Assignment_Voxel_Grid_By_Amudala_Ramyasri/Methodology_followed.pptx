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runs CPU-only and is reproducible from the command 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874520" cy="1783080"/>
          </a:xfrm>
          <a:prstGeom prst="roundRect">
            <a:avLst>
              <a:gd name="adj" fmla="val 5128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" y="192024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60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" y="35844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download_dataset.py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51176" y="2464308"/>
            <a:ext cx="310896" cy="237744"/>
          </a:xfrm>
          <a:prstGeom prst="rightArrow">
            <a:avLst/>
          </a:prstGeom>
          <a:solidFill>
            <a:srgbClr val="21C7A8"/>
          </a:solidFill>
          <a:ln/>
        </p:spPr>
      </p:sp>
      <p:sp>
        <p:nvSpPr>
          <p:cNvPr id="9" name="Shape 6"/>
          <p:cNvSpPr/>
          <p:nvPr/>
        </p:nvSpPr>
        <p:spPr>
          <a:xfrm>
            <a:off x="2898648" y="1691640"/>
            <a:ext cx="1874520" cy="1783080"/>
          </a:xfrm>
          <a:prstGeom prst="roundRect">
            <a:avLst>
              <a:gd name="adj" fmla="val 512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76" y="1920240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98648" y="2560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+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898648" y="35844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data_utils.py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809744" y="2464308"/>
            <a:ext cx="310896" cy="237744"/>
          </a:xfrm>
          <a:prstGeom prst="rightArrow">
            <a:avLst/>
          </a:prstGeom>
          <a:solidFill>
            <a:srgbClr val="21C7A8"/>
          </a:solidFill>
          <a:ln/>
        </p:spPr>
      </p:sp>
      <p:sp>
        <p:nvSpPr>
          <p:cNvPr id="14" name="Shape 10"/>
          <p:cNvSpPr/>
          <p:nvPr/>
        </p:nvSpPr>
        <p:spPr>
          <a:xfrm>
            <a:off x="5157216" y="1691640"/>
            <a:ext cx="1874520" cy="1783080"/>
          </a:xfrm>
          <a:prstGeom prst="roundRect">
            <a:avLst>
              <a:gd name="adj" fmla="val 512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444" y="1920240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57216" y="2560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(2-phase)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157216" y="35844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068312" y="2464308"/>
            <a:ext cx="310896" cy="237744"/>
          </a:xfrm>
          <a:prstGeom prst="rightArrow">
            <a:avLst/>
          </a:prstGeom>
          <a:solidFill>
            <a:srgbClr val="21C7A8"/>
          </a:solidFill>
          <a:ln/>
        </p:spPr>
      </p:sp>
      <p:sp>
        <p:nvSpPr>
          <p:cNvPr id="19" name="Shape 14"/>
          <p:cNvSpPr/>
          <p:nvPr/>
        </p:nvSpPr>
        <p:spPr>
          <a:xfrm>
            <a:off x="7415784" y="1691640"/>
            <a:ext cx="1874520" cy="1783080"/>
          </a:xfrm>
          <a:prstGeom prst="roundRect">
            <a:avLst>
              <a:gd name="adj" fmla="val 512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012" y="1920240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15784" y="2560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7415784" y="35844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evaluate.py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9326880" y="2464308"/>
            <a:ext cx="310896" cy="237744"/>
          </a:xfrm>
          <a:prstGeom prst="rightArrow">
            <a:avLst/>
          </a:prstGeom>
          <a:solidFill>
            <a:srgbClr val="21C7A8"/>
          </a:solidFill>
          <a:ln/>
        </p:spPr>
      </p:sp>
      <p:sp>
        <p:nvSpPr>
          <p:cNvPr id="24" name="Shape 18"/>
          <p:cNvSpPr/>
          <p:nvPr/>
        </p:nvSpPr>
        <p:spPr>
          <a:xfrm>
            <a:off x="9674352" y="1691640"/>
            <a:ext cx="1874520" cy="1783080"/>
          </a:xfrm>
          <a:prstGeom prst="roundRect">
            <a:avLst>
              <a:gd name="adj" fmla="val 5128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5580" y="1920240"/>
            <a:ext cx="512064" cy="5120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74352" y="2560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</a:t>
            </a: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674352" y="358444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generate_report.py /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46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assistant/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22960" y="461772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F4F8FA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9728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 — two-phase transfer learning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097280" y="5212080"/>
            <a:ext cx="45720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280160" y="52852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Head only  </a:t>
            </a:r>
            <a:pPr indent="0" marL="0">
              <a:buNone/>
            </a:pPr>
            <a:r>
              <a:rPr lang="en-US" sz="1250" i="1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(epochs 1–8)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280160" y="559612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backbone frozen → only the new classification head trains. LR = 1e-3.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742432" y="5536692"/>
            <a:ext cx="411480" cy="219456"/>
          </a:xfrm>
          <a:prstGeom prst="rightArrow">
            <a:avLst/>
          </a:prstGeom>
          <a:solidFill>
            <a:srgbClr val="21C7A8"/>
          </a:solidFill>
          <a:ln/>
        </p:spPr>
      </p:sp>
      <p:sp>
        <p:nvSpPr>
          <p:cNvPr id="34" name="Shape 27"/>
          <p:cNvSpPr/>
          <p:nvPr/>
        </p:nvSpPr>
        <p:spPr>
          <a:xfrm>
            <a:off x="6217920" y="5212080"/>
            <a:ext cx="45720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400800" y="52852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Fine-tune  </a:t>
            </a:r>
            <a:pPr indent="0" marL="0">
              <a:buNone/>
            </a:pPr>
            <a:r>
              <a:rPr lang="en-US" sz="1250" i="1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(remaining epochs)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6400800" y="5596128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~30 backbone layers unfrozen, fine-tuned at LR = 1e-5. EarlyStopping + ReduceLROnPlateau.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CT-Scan Classification — Pipeline</dc:title>
  <dc:subject>PptxGenJS Presentation</dc:subject>
  <dc:creator>AI/ML Engineer Hiring Assignment</dc:creator>
  <cp:lastModifiedBy>AI/ML Engineer Hiring Assignment</cp:lastModifiedBy>
  <cp:revision>1</cp:revision>
  <dcterms:created xsi:type="dcterms:W3CDTF">2026-06-30T19:55:20Z</dcterms:created>
  <dcterms:modified xsi:type="dcterms:W3CDTF">2026-06-30T19:55:20Z</dcterms:modified>
</cp:coreProperties>
</file>